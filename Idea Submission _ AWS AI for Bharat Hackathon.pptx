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Manrope SemiBold"/>
      <p:regular r:id="rId17"/>
      <p:bold r:id="rId18"/>
    </p:embeddedFont>
    <p:embeddedFont>
      <p:font typeface="Manrope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anrope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anropeSemiBold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Manrope-regular.fntdata"/><Relationship Id="rId6" Type="http://schemas.openxmlformats.org/officeDocument/2006/relationships/slide" Target="slides/slide1.xml"/><Relationship Id="rId18" Type="http://schemas.openxmlformats.org/officeDocument/2006/relationships/font" Target="fonts/ManropeSemiBo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6c7e6215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6c7e6215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6c7e62156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6c7e6215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6c7e6215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6c7e6215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6c7e62156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6c7e6215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6c7e62156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6c7e6215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6c7e62156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6c7e62156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6c7e62156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6c7e62156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6c7e62156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6c7e62156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6c7e62156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6c7e62156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6c7e6215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6c7e6215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Artscfghgboard –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83675" y="344699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83680" y="4298160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: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83663" y="385445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11700" y="863550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Brief about the Idea: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311700" y="863550"/>
            <a:ext cx="6267900" cy="28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Your solution should be able to explain the following: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different is it from any of the other existing ideas?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will it be able to solve the problem?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USP of the proposed solution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List of features offered by the solution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434343"/>
                </a:solidFill>
                <a:latin typeface="Manrope"/>
                <a:ea typeface="Manrope"/>
                <a:cs typeface="Manrope"/>
                <a:sym typeface="Manrope"/>
              </a:rPr>
              <a:t>It is always better to add a few visual representations (drawings/sketches/illustrations etc.) to your presentation, it adds to the power through which it reaches the audience.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Process flow diagram or Use-case diagram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434343"/>
                </a:solidFill>
                <a:latin typeface="Manrope"/>
                <a:ea typeface="Manrope"/>
                <a:cs typeface="Manrope"/>
                <a:sym typeface="Manrope"/>
              </a:rPr>
              <a:t>Add a flow diagram or a use case diagram or an architecture diagram.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Wireframes/Mock diagrams of the proposed solution (optional)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9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Architecture diagram of the proposed solution: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0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Technologies to be used in the solution: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1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1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Estimated implementation cost (optional):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2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2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Add as per the requirements for the hackathon: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3" title="AI for Bharddat BANNER – 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